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1" r:id="rId9"/>
    <p:sldMasterId id="2147483662" r:id="rId10"/>
  </p:sldMasterIdLst>
  <p:sldIdLst>
    <p:sldId id="256" r:id="rId11"/>
    <p:sldId id="257" r:id="rId12"/>
    <p:sldId id="258" r:id="rId13"/>
    <p:sldId id="259" r:id="rId14"/>
    <p:sldId id="260" r:id="rId1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aşlık Slay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523880" y="1123920"/>
            <a:ext cx="9143640" cy="23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tr-TR" sz="18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A34D2D-22F5-415C-B7A1-BCF1CF0E86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523880" y="1123920"/>
            <a:ext cx="9143640" cy="23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tr-TR" sz="18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tr-TR" sz="28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tr-TR" sz="28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2DC6C0-876E-4AFB-9606-6B3494B44F8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523880" y="1123920"/>
            <a:ext cx="9143640" cy="23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tr-TR" sz="18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tr-TR" sz="28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tr-TR" sz="28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9778D1F-04D2-4040-A27E-8988307813B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523880" y="1123920"/>
            <a:ext cx="9143640" cy="23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tr-TR" sz="18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tr-TR" sz="28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tr-TR" sz="28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7C0F21D-0850-433B-9A5B-D59A3C3282E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523880" y="1123920"/>
            <a:ext cx="9143640" cy="23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tr-TR" sz="18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6BD5B77-ED4E-435B-824D-0782C4D8B3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523880" y="1123920"/>
            <a:ext cx="9143640" cy="23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tr-TR" sz="18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9BEFD68-808B-4DE8-BCCE-31837A5C39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94151"/>
            </a:gs>
            <a:gs pos="100000">
              <a:srgbClr val="0a1128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0" name="Çizgi"/>
          <p:cNvCxnSpPr/>
          <p:nvPr/>
        </p:nvCxnSpPr>
        <p:spPr>
          <a:xfrm>
            <a:off x="840960" y="6377760"/>
            <a:ext cx="10509840" cy="360"/>
          </a:xfrm>
          <a:prstGeom prst="straightConnector1">
            <a:avLst/>
          </a:prstGeom>
          <a:ln w="19080">
            <a:solidFill>
              <a:schemeClr val="accent1"/>
            </a:solidFill>
            <a:round/>
          </a:ln>
        </p:spPr>
      </p:cxnSp>
      <p:sp>
        <p:nvSpPr>
          <p:cNvPr id="1" name="Halka"/>
          <p:cNvSpPr/>
          <p:nvPr/>
        </p:nvSpPr>
        <p:spPr>
          <a:xfrm>
            <a:off x="1828800" y="548640"/>
            <a:ext cx="8534160" cy="8534160"/>
          </a:xfrm>
          <a:prstGeom prst="ellipse">
            <a:avLst/>
          </a:prstGeom>
          <a:noFill/>
          <a:ln w="19080">
            <a:solidFill>
              <a:schemeClr val="accent1">
                <a:alpha val="6000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Halka 2"/>
          <p:cNvSpPr/>
          <p:nvPr/>
        </p:nvSpPr>
        <p:spPr>
          <a:xfrm>
            <a:off x="3048120" y="1783080"/>
            <a:ext cx="6095520" cy="6095520"/>
          </a:xfrm>
          <a:prstGeom prst="ellipse">
            <a:avLst/>
          </a:prstGeom>
          <a:noFill/>
          <a:ln w="12600">
            <a:solidFill>
              <a:schemeClr val="accent3">
                <a:alpha val="35000"/>
              </a:schemeClr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523880" y="1123920"/>
            <a:ext cx="9143640" cy="238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indent="0" algn="ctr">
              <a:lnSpc>
                <a:spcPct val="90000"/>
              </a:lnSpc>
              <a:buNone/>
            </a:pPr>
            <a:r>
              <a:rPr b="0" lang="tr-TR" sz="6000" spc="-1" strike="noStrike">
                <a:solidFill>
                  <a:schemeClr val="lt1"/>
                </a:solidFill>
                <a:latin typeface="Aptos Display"/>
              </a:rPr>
              <a:t>Asıl başlık stilini düzenlemek için tıklayın</a:t>
            </a:r>
            <a:endParaRPr b="0" lang="tr-TR" sz="60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dt" idx="1"/>
          </p:nvPr>
        </p:nvSpPr>
        <p:spPr>
          <a:xfrm>
            <a:off x="83808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accent3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200" spc="-1" strike="noStrike">
                <a:solidFill>
                  <a:schemeClr val="accent3">
                    <a:lumMod val="75000"/>
                    <a:lumOff val="25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2"/>
          </p:nvPr>
        </p:nvSpPr>
        <p:spPr>
          <a:xfrm>
            <a:off x="3992760" y="6362640"/>
            <a:ext cx="420588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861984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accent3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4750CE2-75BC-41C5-BC88-4699A811A8F6}" type="slidenum">
              <a:rPr b="0" lang="tr-TR" sz="1200" spc="-1" strike="noStrike">
                <a:solidFill>
                  <a:schemeClr val="accent3">
                    <a:lumMod val="75000"/>
                    <a:lumOff val="25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tr-TR" sz="28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Click to edit the outline text format</a:t>
            </a:r>
            <a:endParaRPr b="0" lang="tr-TR" sz="28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tr-TR" sz="20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Second Outline Level</a:t>
            </a:r>
            <a:endParaRPr b="0" lang="tr-TR" sz="20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tr-TR" sz="18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Third Outline Level</a:t>
            </a:r>
            <a:endParaRPr b="0" lang="tr-TR" sz="18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tr-TR" sz="18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Fourth Outline Level</a:t>
            </a:r>
            <a:endParaRPr b="0" lang="tr-TR" sz="18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Fifth Outline Level</a:t>
            </a:r>
            <a:endParaRPr b="0" lang="tr-TR" sz="20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Sixth Outline Level</a:t>
            </a:r>
            <a:endParaRPr b="0" lang="tr-TR" sz="20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Seventh Outline Level</a:t>
            </a:r>
            <a:endParaRPr b="0" lang="tr-TR" sz="20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13884"/>
            </a:gs>
            <a:gs pos="100000">
              <a:srgbClr val="0a1128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Çizgi"/>
          <p:cNvCxnSpPr/>
          <p:nvPr/>
        </p:nvCxnSpPr>
        <p:spPr>
          <a:xfrm>
            <a:off x="840960" y="6377760"/>
            <a:ext cx="10509840" cy="360"/>
          </a:xfrm>
          <a:prstGeom prst="straightConnector1">
            <a:avLst/>
          </a:prstGeom>
          <a:ln w="19080">
            <a:solidFill>
              <a:schemeClr val="accent1"/>
            </a:solidFill>
            <a:round/>
          </a:ln>
        </p:spPr>
      </p:cxn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1800"/>
            <a:ext cx="10515240" cy="133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tr-TR" sz="4400" spc="-1" strike="noStrike">
                <a:solidFill>
                  <a:schemeClr val="lt1"/>
                </a:solidFill>
                <a:latin typeface="Aptos Display"/>
              </a:rPr>
              <a:t>Asıl başlık stilini düzenlemek için tıklayın</a:t>
            </a:r>
            <a:endParaRPr b="0" lang="tr-TR" sz="44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828800"/>
            <a:ext cx="10515240" cy="435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tr-TR" sz="28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Asıl metin stillerini düzenlemek için tıklayın</a:t>
            </a:r>
            <a:endParaRPr b="0" lang="tr-TR" sz="28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83808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5"/>
          </p:nvPr>
        </p:nvSpPr>
        <p:spPr>
          <a:xfrm>
            <a:off x="3992760" y="6362640"/>
            <a:ext cx="420588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861984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3AB436-D1D0-4560-A200-E763A08301E4}" type="slidenum"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94151"/>
            </a:gs>
            <a:gs pos="100000">
              <a:srgbClr val="0a1128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Çizgi"/>
          <p:cNvCxnSpPr/>
          <p:nvPr/>
        </p:nvCxnSpPr>
        <p:spPr>
          <a:xfrm>
            <a:off x="840960" y="6377760"/>
            <a:ext cx="10509840" cy="360"/>
          </a:xfrm>
          <a:prstGeom prst="straightConnector1">
            <a:avLst/>
          </a:prstGeom>
          <a:ln w="19080">
            <a:solidFill>
              <a:schemeClr val="accent1"/>
            </a:solidFill>
            <a:round/>
          </a:ln>
        </p:spPr>
      </p:cxnSp>
      <p:sp>
        <p:nvSpPr>
          <p:cNvPr id="20" name="Halka"/>
          <p:cNvSpPr/>
          <p:nvPr/>
        </p:nvSpPr>
        <p:spPr>
          <a:xfrm>
            <a:off x="1828800" y="548640"/>
            <a:ext cx="8534160" cy="8534160"/>
          </a:xfrm>
          <a:prstGeom prst="ellipse">
            <a:avLst/>
          </a:prstGeom>
          <a:noFill/>
          <a:ln w="19080">
            <a:solidFill>
              <a:schemeClr val="accent1">
                <a:alpha val="6000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Halka 2"/>
          <p:cNvSpPr/>
          <p:nvPr/>
        </p:nvSpPr>
        <p:spPr>
          <a:xfrm>
            <a:off x="3048120" y="1783080"/>
            <a:ext cx="6095520" cy="6095520"/>
          </a:xfrm>
          <a:prstGeom prst="ellipse">
            <a:avLst/>
          </a:prstGeom>
          <a:noFill/>
          <a:ln w="12600">
            <a:solidFill>
              <a:schemeClr val="accent3">
                <a:alpha val="35000"/>
              </a:schemeClr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1714680"/>
            <a:ext cx="10515240" cy="285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tr-TR" sz="6000" spc="-1" strike="noStrike">
                <a:solidFill>
                  <a:schemeClr val="lt1"/>
                </a:solidFill>
                <a:latin typeface="Aptos Display"/>
              </a:rPr>
              <a:t>Asıl başlık stilini düzenlemek için tıklayın</a:t>
            </a:r>
            <a:endParaRPr b="0" lang="tr-TR" sz="60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4591080"/>
            <a:ext cx="10515240" cy="150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tr-TR" sz="2400" spc="-1" strike="noStrike">
                <a:solidFill>
                  <a:schemeClr val="accent3"/>
                </a:solidFill>
                <a:latin typeface="Aptos"/>
              </a:rPr>
              <a:t>Asıl metin stillerini düzenlemek için tıklayın</a:t>
            </a:r>
            <a:endParaRPr b="0" lang="tr-TR" sz="24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7"/>
          </p:nvPr>
        </p:nvSpPr>
        <p:spPr>
          <a:xfrm>
            <a:off x="83808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accent3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200" spc="-1" strike="noStrike">
                <a:solidFill>
                  <a:schemeClr val="accent3">
                    <a:lumMod val="75000"/>
                    <a:lumOff val="25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8"/>
          </p:nvPr>
        </p:nvSpPr>
        <p:spPr>
          <a:xfrm>
            <a:off x="3992760" y="6362640"/>
            <a:ext cx="420588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9"/>
          </p:nvPr>
        </p:nvSpPr>
        <p:spPr>
          <a:xfrm>
            <a:off x="861984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accent3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5546DE-0274-42DC-8423-9A2443AE3274}" type="slidenum">
              <a:rPr b="0" lang="tr-TR" sz="1200" spc="-1" strike="noStrike">
                <a:solidFill>
                  <a:schemeClr val="accent3">
                    <a:lumMod val="75000"/>
                    <a:lumOff val="25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13884"/>
            </a:gs>
            <a:gs pos="100000">
              <a:srgbClr val="0a1128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Çizgi"/>
          <p:cNvCxnSpPr/>
          <p:nvPr/>
        </p:nvCxnSpPr>
        <p:spPr>
          <a:xfrm>
            <a:off x="840960" y="6377760"/>
            <a:ext cx="10509840" cy="360"/>
          </a:xfrm>
          <a:prstGeom prst="straightConnector1">
            <a:avLst/>
          </a:prstGeom>
          <a:ln w="19080">
            <a:solidFill>
              <a:schemeClr val="accent1"/>
            </a:solidFill>
            <a:round/>
          </a:ln>
        </p:spPr>
      </p:cxn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1800"/>
            <a:ext cx="10515240" cy="133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tr-TR" sz="4400" spc="-1" strike="noStrike">
                <a:solidFill>
                  <a:schemeClr val="lt1"/>
                </a:solidFill>
                <a:latin typeface="Aptos Display"/>
              </a:rPr>
              <a:t>Asıl başlık stilini düzenlemek için tıklayın</a:t>
            </a:r>
            <a:endParaRPr b="0" lang="tr-TR" sz="44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8800"/>
            <a:ext cx="5143320" cy="435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tr-TR" sz="28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Asıl metin stillerini düzenlemek için tıklayın</a:t>
            </a:r>
            <a:endParaRPr b="0" lang="tr-TR" sz="28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210360" y="1828800"/>
            <a:ext cx="5143320" cy="435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e6e6e6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Asıl metin stillerini düzenlemek için tıklayın</a:t>
            </a:r>
            <a:endParaRPr b="0" lang="tr-TR" sz="28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0"/>
          </p:nvPr>
        </p:nvSpPr>
        <p:spPr>
          <a:xfrm>
            <a:off x="83808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1"/>
          </p:nvPr>
        </p:nvSpPr>
        <p:spPr>
          <a:xfrm>
            <a:off x="3992760" y="6362640"/>
            <a:ext cx="420588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2"/>
          </p:nvPr>
        </p:nvSpPr>
        <p:spPr>
          <a:xfrm>
            <a:off x="861984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853400-9EEE-40A2-9CF4-D9EE7EE34C96}" type="slidenum"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13884"/>
            </a:gs>
            <a:gs pos="100000">
              <a:srgbClr val="0a1128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Çizgi"/>
          <p:cNvCxnSpPr/>
          <p:nvPr/>
        </p:nvCxnSpPr>
        <p:spPr>
          <a:xfrm>
            <a:off x="840960" y="6377760"/>
            <a:ext cx="10509840" cy="360"/>
          </a:xfrm>
          <a:prstGeom prst="straightConnector1">
            <a:avLst/>
          </a:prstGeom>
          <a:ln w="19080">
            <a:solidFill>
              <a:schemeClr val="accent1"/>
            </a:solidFill>
            <a:round/>
          </a:ln>
        </p:spPr>
      </p:cxn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1800"/>
            <a:ext cx="10515240" cy="133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tr-TR" sz="4400" spc="-1" strike="noStrike">
                <a:solidFill>
                  <a:schemeClr val="lt1"/>
                </a:solidFill>
                <a:latin typeface="Aptos Display"/>
              </a:rPr>
              <a:t>Asıl başlık stilini düzenlemek için tıklayın</a:t>
            </a:r>
            <a:endParaRPr b="0" lang="tr-TR" sz="44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676520"/>
            <a:ext cx="5143320" cy="81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tr-TR" sz="24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Asıl metin stillerini düzenlemek için tıklayın</a:t>
            </a:r>
            <a:endParaRPr b="0" lang="tr-TR" sz="24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838080" y="2505240"/>
            <a:ext cx="5143320" cy="368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e6e6e6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Asıl metin stillerini düzenlemek için tıklayın</a:t>
            </a:r>
            <a:endParaRPr b="0" lang="tr-TR" sz="28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210360" y="1676520"/>
            <a:ext cx="5143320" cy="81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24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Asıl metin stillerini düzenlemek için tıklayın</a:t>
            </a:r>
            <a:endParaRPr b="0" lang="tr-TR" sz="24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210360" y="2505240"/>
            <a:ext cx="5143320" cy="368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e6e6e6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Asıl metin stillerini düzenlemek için tıklayın</a:t>
            </a:r>
            <a:endParaRPr b="0" lang="tr-TR" sz="28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dt" idx="13"/>
          </p:nvPr>
        </p:nvSpPr>
        <p:spPr>
          <a:xfrm>
            <a:off x="83808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ftr" idx="14"/>
          </p:nvPr>
        </p:nvSpPr>
        <p:spPr>
          <a:xfrm>
            <a:off x="3992760" y="6362640"/>
            <a:ext cx="420588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" name="PlaceHolder 8"/>
          <p:cNvSpPr>
            <a:spLocks noGrp="1"/>
          </p:cNvSpPr>
          <p:nvPr>
            <p:ph type="sldNum" idx="15"/>
          </p:nvPr>
        </p:nvSpPr>
        <p:spPr>
          <a:xfrm>
            <a:off x="861984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7A11D3-2F2D-4E4A-9972-6CFA106FEF02}" type="slidenum"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13884"/>
            </a:gs>
            <a:gs pos="100000">
              <a:srgbClr val="0a1128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Çizgi"/>
          <p:cNvCxnSpPr/>
          <p:nvPr/>
        </p:nvCxnSpPr>
        <p:spPr>
          <a:xfrm>
            <a:off x="840960" y="6377760"/>
            <a:ext cx="10509840" cy="360"/>
          </a:xfrm>
          <a:prstGeom prst="straightConnector1">
            <a:avLst/>
          </a:prstGeom>
          <a:ln w="19080">
            <a:solidFill>
              <a:schemeClr val="accent1"/>
            </a:solidFill>
            <a:round/>
          </a:ln>
        </p:spPr>
      </p:cxn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8080" y="361800"/>
            <a:ext cx="10515240" cy="133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tr-TR" sz="4400" spc="-1" strike="noStrike">
                <a:solidFill>
                  <a:schemeClr val="lt1"/>
                </a:solidFill>
                <a:latin typeface="Aptos Display"/>
              </a:rPr>
              <a:t>Asıl başlık stilini düzenlemek için tıklayın</a:t>
            </a:r>
            <a:endParaRPr b="0" lang="tr-TR" sz="44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dt" idx="16"/>
          </p:nvPr>
        </p:nvSpPr>
        <p:spPr>
          <a:xfrm>
            <a:off x="83808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ftr" idx="17"/>
          </p:nvPr>
        </p:nvSpPr>
        <p:spPr>
          <a:xfrm>
            <a:off x="3992760" y="6362640"/>
            <a:ext cx="420588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sldNum" idx="18"/>
          </p:nvPr>
        </p:nvSpPr>
        <p:spPr>
          <a:xfrm>
            <a:off x="861984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ECA4B0-C755-44D9-9DEC-8B5635A1CC2E}" type="slidenum"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tr-TR" sz="28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Click to edit the outline text format</a:t>
            </a:r>
            <a:endParaRPr b="0" lang="tr-TR" sz="28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tr-TR" sz="20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Second Outline Level</a:t>
            </a:r>
            <a:endParaRPr b="0" lang="tr-TR" sz="20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tr-TR" sz="18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Third Outline Level</a:t>
            </a:r>
            <a:endParaRPr b="0" lang="tr-TR" sz="18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tr-TR" sz="18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Fourth Outline Level</a:t>
            </a:r>
            <a:endParaRPr b="0" lang="tr-TR" sz="18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Fifth Outline Level</a:t>
            </a:r>
            <a:endParaRPr b="0" lang="tr-TR" sz="20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Sixth Outline Level</a:t>
            </a:r>
            <a:endParaRPr b="0" lang="tr-TR" sz="20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Seventh Outline Level</a:t>
            </a:r>
            <a:endParaRPr b="0" lang="tr-TR" sz="20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13884"/>
            </a:gs>
            <a:gs pos="100000">
              <a:srgbClr val="0a1128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Çizgi"/>
          <p:cNvCxnSpPr/>
          <p:nvPr/>
        </p:nvCxnSpPr>
        <p:spPr>
          <a:xfrm>
            <a:off x="840960" y="6377760"/>
            <a:ext cx="10509840" cy="360"/>
          </a:xfrm>
          <a:prstGeom prst="straightConnector1">
            <a:avLst/>
          </a:prstGeom>
          <a:ln w="19080">
            <a:solidFill>
              <a:schemeClr val="accent1"/>
            </a:solidFill>
            <a:round/>
          </a:ln>
        </p:spPr>
      </p:cxnSp>
      <p:sp>
        <p:nvSpPr>
          <p:cNvPr id="58" name="PlaceHolder 1"/>
          <p:cNvSpPr>
            <a:spLocks noGrp="1"/>
          </p:cNvSpPr>
          <p:nvPr>
            <p:ph type="dt" idx="19"/>
          </p:nvPr>
        </p:nvSpPr>
        <p:spPr>
          <a:xfrm>
            <a:off x="83808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ftr" idx="20"/>
          </p:nvPr>
        </p:nvSpPr>
        <p:spPr>
          <a:xfrm>
            <a:off x="3992760" y="6362640"/>
            <a:ext cx="420588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21"/>
          </p:nvPr>
        </p:nvSpPr>
        <p:spPr>
          <a:xfrm>
            <a:off x="861984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616AEF-F676-46D0-AD08-A78A50279DDA}" type="slidenum"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13884"/>
            </a:gs>
            <a:gs pos="100000">
              <a:srgbClr val="0a1128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Çizgi"/>
          <p:cNvCxnSpPr/>
          <p:nvPr/>
        </p:nvCxnSpPr>
        <p:spPr>
          <a:xfrm>
            <a:off x="840960" y="6377760"/>
            <a:ext cx="10509840" cy="360"/>
          </a:xfrm>
          <a:prstGeom prst="straightConnector1">
            <a:avLst/>
          </a:prstGeom>
          <a:ln w="19080">
            <a:solidFill>
              <a:schemeClr val="accent1"/>
            </a:solidFill>
            <a:round/>
          </a:ln>
        </p:spPr>
      </p:cxn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457200"/>
            <a:ext cx="3932640" cy="159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tr-TR" sz="3200" spc="-1" strike="noStrike">
                <a:solidFill>
                  <a:schemeClr val="lt1"/>
                </a:solidFill>
                <a:latin typeface="Aptos Display"/>
              </a:rPr>
              <a:t>Asıl başlık stilini düzenlemek için tıklayın</a:t>
            </a:r>
            <a:endParaRPr b="0" lang="tr-TR" sz="32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202000" y="990720"/>
            <a:ext cx="6151320" cy="4876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tr-TR" sz="32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Asıl metin stillerini düzenlemek için tıklayın</a:t>
            </a:r>
            <a:endParaRPr b="0" lang="tr-TR" sz="32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838080" y="2057400"/>
            <a:ext cx="3932640" cy="380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6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Asıl metin stillerini düzenlemek için tıklayın</a:t>
            </a:r>
            <a:endParaRPr b="0" lang="tr-TR" sz="16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22"/>
          </p:nvPr>
        </p:nvSpPr>
        <p:spPr>
          <a:xfrm>
            <a:off x="83808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23"/>
          </p:nvPr>
        </p:nvSpPr>
        <p:spPr>
          <a:xfrm>
            <a:off x="3992760" y="6362640"/>
            <a:ext cx="420588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24"/>
          </p:nvPr>
        </p:nvSpPr>
        <p:spPr>
          <a:xfrm>
            <a:off x="861984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98EF2E-26B7-4F9B-A249-A6D8B64CE9E5}" type="slidenum"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13884"/>
            </a:gs>
            <a:gs pos="100000">
              <a:srgbClr val="0a1128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Çizgi"/>
          <p:cNvCxnSpPr/>
          <p:nvPr/>
        </p:nvCxnSpPr>
        <p:spPr>
          <a:xfrm>
            <a:off x="840960" y="6377760"/>
            <a:ext cx="10509840" cy="360"/>
          </a:xfrm>
          <a:prstGeom prst="straightConnector1">
            <a:avLst/>
          </a:prstGeom>
          <a:ln w="19080">
            <a:solidFill>
              <a:schemeClr val="accent1"/>
            </a:solidFill>
            <a:round/>
          </a:ln>
        </p:spPr>
      </p:cxn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457200"/>
            <a:ext cx="3932640" cy="159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tr-TR" sz="3200" spc="-1" strike="noStrike">
                <a:solidFill>
                  <a:schemeClr val="lt1"/>
                </a:solidFill>
                <a:latin typeface="Aptos Display"/>
              </a:rPr>
              <a:t>Asıl başlık stilini düzenlemek için tıklayın</a:t>
            </a:r>
            <a:endParaRPr b="0" lang="tr-TR" sz="32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5202000" y="990720"/>
            <a:ext cx="6151320" cy="4876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tr-TR" sz="32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Resim eklemek için simgeye tıklayın</a:t>
            </a:r>
            <a:endParaRPr b="0" lang="tr-TR" sz="32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838080" y="2057400"/>
            <a:ext cx="3932640" cy="380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6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Asıl metin stillerini düzenlemek için tıklayın</a:t>
            </a:r>
            <a:endParaRPr b="0" lang="tr-TR" sz="16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25"/>
          </p:nvPr>
        </p:nvSpPr>
        <p:spPr>
          <a:xfrm>
            <a:off x="83808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26"/>
          </p:nvPr>
        </p:nvSpPr>
        <p:spPr>
          <a:xfrm>
            <a:off x="3992760" y="6362640"/>
            <a:ext cx="420588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27"/>
          </p:nvPr>
        </p:nvSpPr>
        <p:spPr>
          <a:xfrm>
            <a:off x="8619840" y="6362640"/>
            <a:ext cx="2733840" cy="34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D11CB8-2190-41DF-B46D-E91848D9FD80}" type="slidenum"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523880" y="1123920"/>
            <a:ext cx="9143640" cy="238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tr-TR" sz="6000" spc="-1" strike="noStrike">
                <a:solidFill>
                  <a:schemeClr val="lt1"/>
                </a:solidFill>
                <a:latin typeface="Aptos Display"/>
              </a:rPr>
              <a:t>Nova X1 Akıllı Saat</a:t>
            </a:r>
            <a:endParaRPr b="0" lang="tr-TR" sz="60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ubTitle"/>
          </p:nvPr>
        </p:nvSpPr>
        <p:spPr>
          <a:xfrm>
            <a:off x="1523880" y="3600360"/>
            <a:ext cx="9143640" cy="165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400" spc="-1" strike="noStrike">
                <a:solidFill>
                  <a:schemeClr val="accent3"/>
                </a:solidFill>
                <a:latin typeface="Aptos"/>
              </a:rPr>
              <a:t>Yeni nesil sağlık ve fitness asistanı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1800"/>
            <a:ext cx="10515240" cy="133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tr-TR" sz="4400" spc="-1" strike="noStrike">
                <a:solidFill>
                  <a:schemeClr val="lt1"/>
                </a:solidFill>
                <a:latin typeface="Aptos Display"/>
              </a:rPr>
              <a:t>Öne Çıkan Özellikler</a:t>
            </a:r>
            <a:endParaRPr b="0" lang="tr-TR" sz="44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78" name="Simge 1"/>
          <p:cNvSpPr/>
          <p:nvPr/>
        </p:nvSpPr>
        <p:spPr>
          <a:xfrm>
            <a:off x="1143000" y="2095560"/>
            <a:ext cx="856800" cy="856800"/>
          </a:xfrm>
          <a:prstGeom prst="hear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Özellik 1"/>
          <p:cNvSpPr/>
          <p:nvPr/>
        </p:nvSpPr>
        <p:spPr>
          <a:xfrm>
            <a:off x="2190600" y="2238480"/>
            <a:ext cx="36190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tr-TR" sz="24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7/24 nabız ve oksijen takibi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Simge 2"/>
          <p:cNvSpPr/>
          <p:nvPr/>
        </p:nvSpPr>
        <p:spPr>
          <a:xfrm>
            <a:off x="6286680" y="2095560"/>
            <a:ext cx="856800" cy="856800"/>
          </a:xfrm>
          <a:prstGeom prst="lightningBol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Özellik 2"/>
          <p:cNvSpPr/>
          <p:nvPr/>
        </p:nvSpPr>
        <p:spPr>
          <a:xfrm>
            <a:off x="7334280" y="2238480"/>
            <a:ext cx="36190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tr-TR" sz="24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14 gün pil ömrü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imge 3"/>
          <p:cNvSpPr/>
          <p:nvPr/>
        </p:nvSpPr>
        <p:spPr>
          <a:xfrm>
            <a:off x="1143000" y="4000680"/>
            <a:ext cx="856800" cy="856800"/>
          </a:xfrm>
          <a:prstGeom prst="sun">
            <a:avLst>
              <a:gd name="adj" fmla="val 25000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Özellik 3"/>
          <p:cNvSpPr/>
          <p:nvPr/>
        </p:nvSpPr>
        <p:spPr>
          <a:xfrm>
            <a:off x="2190600" y="4143240"/>
            <a:ext cx="36190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tr-TR" sz="24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Güneş ışığında okunabilir ekran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Simge 4"/>
          <p:cNvSpPr/>
          <p:nvPr/>
        </p:nvSpPr>
        <p:spPr>
          <a:xfrm>
            <a:off x="6286680" y="4000680"/>
            <a:ext cx="856800" cy="8568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Özellik 4"/>
          <p:cNvSpPr/>
          <p:nvPr/>
        </p:nvSpPr>
        <p:spPr>
          <a:xfrm>
            <a:off x="7334280" y="4143240"/>
            <a:ext cx="36190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tr-TR" sz="24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100+ spor modu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1800"/>
            <a:ext cx="10515240" cy="133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tr-TR" sz="4400" spc="-1" strike="noStrike">
                <a:solidFill>
                  <a:schemeClr val="lt1"/>
                </a:solidFill>
                <a:latin typeface="Aptos Display"/>
              </a:rPr>
              <a:t>Teknik Özellikler</a:t>
            </a:r>
            <a:endParaRPr b="0" lang="tr-TR" sz="44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graphicFrame>
        <p:nvGraphicFramePr>
          <p:cNvPr id="87" name="Tablo"/>
          <p:cNvGraphicFramePr/>
          <p:nvPr/>
        </p:nvGraphicFramePr>
        <p:xfrm>
          <a:off x="1333440" y="1905120"/>
          <a:ext cx="9524160" cy="2513880"/>
        </p:xfrm>
        <a:graphic>
          <a:graphicData uri="http://schemas.openxmlformats.org/drawingml/2006/table">
            <a:tbl>
              <a:tblPr/>
              <a:tblGrid>
                <a:gridCol w="3174840"/>
                <a:gridCol w="3174840"/>
                <a:gridCol w="3174840"/>
              </a:tblGrid>
              <a:tr h="419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tr-TR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Özellik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tr-TR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Nova X1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tr-TR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Nova X1 Pro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/>
                    </a:solidFill>
                  </a:tcPr>
                </a:tc>
              </a:tr>
              <a:tr h="419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Ekran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1,4″ AMOLED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1,6″ AMOLED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60000"/>
                      </a:schemeClr>
                    </a:solidFill>
                  </a:tcPr>
                </a:tc>
              </a:tr>
              <a:tr h="419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Pil ömrü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10 gün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14 gün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419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Su geçirmezlik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5 ATM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10 ATM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60000"/>
                      </a:schemeClr>
                    </a:solidFill>
                  </a:tcPr>
                </a:tc>
              </a:tr>
              <a:tr h="419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GPS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Dahili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Çift frekans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419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Fiyat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>
                      <a:noFill/>
                    </a:lnB>
                    <a:solidFill>
                      <a:schemeClr val="accent1">
                        <a:lumMod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4.999 ₺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>
                      <a:noFill/>
                    </a:lnB>
                    <a:solidFill>
                      <a:schemeClr val="accent1">
                        <a:lumMod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r-TR" sz="18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6.999 ₺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>
                      <a:noFill/>
                    </a:lnB>
                    <a:solidFill>
                      <a:schemeClr val="accent1">
                        <a:lumMod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1800"/>
            <a:ext cx="10515240" cy="133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tr-TR" sz="4400" spc="-1" strike="noStrike">
                <a:solidFill>
                  <a:schemeClr val="lt1"/>
                </a:solidFill>
                <a:latin typeface="Aptos Display"/>
              </a:rPr>
              <a:t>Neden Nova X1?</a:t>
            </a:r>
            <a:endParaRPr b="0" lang="tr-TR" sz="44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828800"/>
            <a:ext cx="5143320" cy="435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e6e6e6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Kullanıcılar için</a:t>
            </a:r>
            <a:endParaRPr b="0" lang="tr-TR" sz="28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e6e6e6"/>
              </a:buClr>
              <a:buFont typeface="Arial"/>
              <a:buChar char="•"/>
            </a:pPr>
            <a:r>
              <a:rPr b="0" lang="tr-TR" sz="24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Kişisel koçluk</a:t>
            </a:r>
            <a:endParaRPr b="0" lang="tr-TR" sz="24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e6e6e6"/>
              </a:buClr>
              <a:buFont typeface="Arial"/>
              <a:buChar char="•"/>
            </a:pPr>
            <a:r>
              <a:rPr b="0" lang="tr-TR" sz="24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Uyku analizi</a:t>
            </a:r>
            <a:endParaRPr b="0" lang="tr-TR" sz="24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e6e6e6"/>
              </a:buClr>
              <a:buFont typeface="Arial"/>
              <a:buChar char="•"/>
            </a:pPr>
            <a:r>
              <a:rPr b="0" lang="tr-TR" sz="24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Kolay eşleştirme</a:t>
            </a:r>
            <a:endParaRPr b="0" lang="tr-TR" sz="24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210360" y="1828800"/>
            <a:ext cx="5143320" cy="435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e6e6e6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Kurumlar için</a:t>
            </a:r>
            <a:endParaRPr b="0" lang="tr-TR" sz="28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e6e6e6"/>
              </a:buClr>
              <a:buFont typeface="Arial"/>
              <a:buChar char="•"/>
            </a:pPr>
            <a:r>
              <a:rPr b="0" lang="tr-TR" sz="24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Toplu yönetim paneli</a:t>
            </a:r>
            <a:endParaRPr b="0" lang="tr-TR" sz="24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e6e6e6"/>
              </a:buClr>
              <a:buFont typeface="Arial"/>
              <a:buChar char="•"/>
            </a:pPr>
            <a:r>
              <a:rPr b="0" lang="tr-TR" sz="24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Veri gizliliği</a:t>
            </a:r>
            <a:endParaRPr b="0" lang="tr-TR" sz="24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e6e6e6"/>
              </a:buClr>
              <a:buFont typeface="Arial"/>
              <a:buChar char="•"/>
            </a:pPr>
            <a:r>
              <a:rPr b="0" lang="tr-TR" sz="2400" spc="-1" strike="noStrike">
                <a:solidFill>
                  <a:schemeClr val="lt1">
                    <a:lumMod val="90000"/>
                  </a:schemeClr>
                </a:solidFill>
                <a:latin typeface="Aptos"/>
              </a:rPr>
              <a:t>API entegrasyonu</a:t>
            </a:r>
            <a:endParaRPr b="0" lang="tr-TR" sz="24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523880" y="1123920"/>
            <a:ext cx="9143640" cy="238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tr-TR" sz="6000" spc="-1" strike="noStrike">
                <a:solidFill>
                  <a:schemeClr val="lt1"/>
                </a:solidFill>
                <a:latin typeface="Aptos Display"/>
              </a:rPr>
              <a:t>Ön Siparişler Açıldı!</a:t>
            </a:r>
            <a:endParaRPr b="0" lang="tr-TR" sz="6000" spc="-1" strike="noStrike">
              <a:solidFill>
                <a:schemeClr val="lt1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1523880" y="3600360"/>
            <a:ext cx="9143640" cy="165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400" spc="-1" strike="noStrike">
                <a:solidFill>
                  <a:schemeClr val="accent3"/>
                </a:solidFill>
                <a:latin typeface="Aptos"/>
              </a:rPr>
              <a:t>nova-x1.ornek.com.tr · 1 Ekim 2027'de raflarda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transition spd="slow">
    <p:circle/>
  </p:transition>
</p:sld>
</file>

<file path=ppt/theme/theme1.xml><?xml version="1.0" encoding="utf-8"?>
<a:theme xmlns:a="http://schemas.openxmlformats.org/drawingml/2006/main" xmlns:r="http://schemas.openxmlformats.org/officeDocument/2006/relationships" name="Gece Yarısı">
  <a:themeElements>
    <a:clrScheme name="Gece Yarısı">
      <a:dk1>
        <a:srgbClr val="0a1128"/>
      </a:dk1>
      <a:lt1>
        <a:srgbClr val="ffffff"/>
      </a:lt1>
      <a:dk2>
        <a:srgbClr val="0a1128"/>
      </a:dk2>
      <a:lt2>
        <a:srgbClr val="e5ecf6"/>
      </a:lt2>
      <a:accent1>
        <a:srgbClr val="1282a2"/>
      </a:accent1>
      <a:accent2>
        <a:srgbClr val="fefcfb"/>
      </a:accent2>
      <a:accent3>
        <a:srgbClr val="00d1ff"/>
      </a:accent3>
      <a:accent4>
        <a:srgbClr val="ffb703"/>
      </a:accent4>
      <a:accent5>
        <a:srgbClr val="fb8500"/>
      </a:accent5>
      <a:accent6>
        <a:srgbClr val="8ecae6"/>
      </a:accent6>
      <a:hlink>
        <a:srgbClr val="8ecae6"/>
      </a:hlink>
      <a:folHlink>
        <a:srgbClr val="cdb4d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ce Yarısı">
  <a:themeElements>
    <a:clrScheme name="Gece Yarısı">
      <a:dk1>
        <a:srgbClr val="0a1128"/>
      </a:dk1>
      <a:lt1>
        <a:srgbClr val="ffffff"/>
      </a:lt1>
      <a:dk2>
        <a:srgbClr val="0a1128"/>
      </a:dk2>
      <a:lt2>
        <a:srgbClr val="e5ecf6"/>
      </a:lt2>
      <a:accent1>
        <a:srgbClr val="1282a2"/>
      </a:accent1>
      <a:accent2>
        <a:srgbClr val="fefcfb"/>
      </a:accent2>
      <a:accent3>
        <a:srgbClr val="00d1ff"/>
      </a:accent3>
      <a:accent4>
        <a:srgbClr val="ffb703"/>
      </a:accent4>
      <a:accent5>
        <a:srgbClr val="fb8500"/>
      </a:accent5>
      <a:accent6>
        <a:srgbClr val="8ecae6"/>
      </a:accent6>
      <a:hlink>
        <a:srgbClr val="8ecae6"/>
      </a:hlink>
      <a:folHlink>
        <a:srgbClr val="cdb4d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ece Yarısı">
  <a:themeElements>
    <a:clrScheme name="Gece Yarısı">
      <a:dk1>
        <a:srgbClr val="0a1128"/>
      </a:dk1>
      <a:lt1>
        <a:srgbClr val="ffffff"/>
      </a:lt1>
      <a:dk2>
        <a:srgbClr val="0a1128"/>
      </a:dk2>
      <a:lt2>
        <a:srgbClr val="e5ecf6"/>
      </a:lt2>
      <a:accent1>
        <a:srgbClr val="1282a2"/>
      </a:accent1>
      <a:accent2>
        <a:srgbClr val="fefcfb"/>
      </a:accent2>
      <a:accent3>
        <a:srgbClr val="00d1ff"/>
      </a:accent3>
      <a:accent4>
        <a:srgbClr val="ffb703"/>
      </a:accent4>
      <a:accent5>
        <a:srgbClr val="fb8500"/>
      </a:accent5>
      <a:accent6>
        <a:srgbClr val="8ecae6"/>
      </a:accent6>
      <a:hlink>
        <a:srgbClr val="8ecae6"/>
      </a:hlink>
      <a:folHlink>
        <a:srgbClr val="cdb4d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ece Yarısı">
  <a:themeElements>
    <a:clrScheme name="Gece Yarısı">
      <a:dk1>
        <a:srgbClr val="0a1128"/>
      </a:dk1>
      <a:lt1>
        <a:srgbClr val="ffffff"/>
      </a:lt1>
      <a:dk2>
        <a:srgbClr val="0a1128"/>
      </a:dk2>
      <a:lt2>
        <a:srgbClr val="e5ecf6"/>
      </a:lt2>
      <a:accent1>
        <a:srgbClr val="1282a2"/>
      </a:accent1>
      <a:accent2>
        <a:srgbClr val="fefcfb"/>
      </a:accent2>
      <a:accent3>
        <a:srgbClr val="00d1ff"/>
      </a:accent3>
      <a:accent4>
        <a:srgbClr val="ffb703"/>
      </a:accent4>
      <a:accent5>
        <a:srgbClr val="fb8500"/>
      </a:accent5>
      <a:accent6>
        <a:srgbClr val="8ecae6"/>
      </a:accent6>
      <a:hlink>
        <a:srgbClr val="8ecae6"/>
      </a:hlink>
      <a:folHlink>
        <a:srgbClr val="cdb4d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Gece Yarısı">
  <a:themeElements>
    <a:clrScheme name="Gece Yarısı">
      <a:dk1>
        <a:srgbClr val="0a1128"/>
      </a:dk1>
      <a:lt1>
        <a:srgbClr val="ffffff"/>
      </a:lt1>
      <a:dk2>
        <a:srgbClr val="0a1128"/>
      </a:dk2>
      <a:lt2>
        <a:srgbClr val="e5ecf6"/>
      </a:lt2>
      <a:accent1>
        <a:srgbClr val="1282a2"/>
      </a:accent1>
      <a:accent2>
        <a:srgbClr val="fefcfb"/>
      </a:accent2>
      <a:accent3>
        <a:srgbClr val="00d1ff"/>
      </a:accent3>
      <a:accent4>
        <a:srgbClr val="ffb703"/>
      </a:accent4>
      <a:accent5>
        <a:srgbClr val="fb8500"/>
      </a:accent5>
      <a:accent6>
        <a:srgbClr val="8ecae6"/>
      </a:accent6>
      <a:hlink>
        <a:srgbClr val="8ecae6"/>
      </a:hlink>
      <a:folHlink>
        <a:srgbClr val="cdb4d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Gece Yarısı">
  <a:themeElements>
    <a:clrScheme name="Gece Yarısı">
      <a:dk1>
        <a:srgbClr val="0a1128"/>
      </a:dk1>
      <a:lt1>
        <a:srgbClr val="ffffff"/>
      </a:lt1>
      <a:dk2>
        <a:srgbClr val="0a1128"/>
      </a:dk2>
      <a:lt2>
        <a:srgbClr val="e5ecf6"/>
      </a:lt2>
      <a:accent1>
        <a:srgbClr val="1282a2"/>
      </a:accent1>
      <a:accent2>
        <a:srgbClr val="fefcfb"/>
      </a:accent2>
      <a:accent3>
        <a:srgbClr val="00d1ff"/>
      </a:accent3>
      <a:accent4>
        <a:srgbClr val="ffb703"/>
      </a:accent4>
      <a:accent5>
        <a:srgbClr val="fb8500"/>
      </a:accent5>
      <a:accent6>
        <a:srgbClr val="8ecae6"/>
      </a:accent6>
      <a:hlink>
        <a:srgbClr val="8ecae6"/>
      </a:hlink>
      <a:folHlink>
        <a:srgbClr val="cdb4d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Gece Yarısı">
  <a:themeElements>
    <a:clrScheme name="Gece Yarısı">
      <a:dk1>
        <a:srgbClr val="0a1128"/>
      </a:dk1>
      <a:lt1>
        <a:srgbClr val="ffffff"/>
      </a:lt1>
      <a:dk2>
        <a:srgbClr val="0a1128"/>
      </a:dk2>
      <a:lt2>
        <a:srgbClr val="e5ecf6"/>
      </a:lt2>
      <a:accent1>
        <a:srgbClr val="1282a2"/>
      </a:accent1>
      <a:accent2>
        <a:srgbClr val="fefcfb"/>
      </a:accent2>
      <a:accent3>
        <a:srgbClr val="00d1ff"/>
      </a:accent3>
      <a:accent4>
        <a:srgbClr val="ffb703"/>
      </a:accent4>
      <a:accent5>
        <a:srgbClr val="fb8500"/>
      </a:accent5>
      <a:accent6>
        <a:srgbClr val="8ecae6"/>
      </a:accent6>
      <a:hlink>
        <a:srgbClr val="8ecae6"/>
      </a:hlink>
      <a:folHlink>
        <a:srgbClr val="cdb4d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Gece Yarısı">
  <a:themeElements>
    <a:clrScheme name="Gece Yarısı">
      <a:dk1>
        <a:srgbClr val="0a1128"/>
      </a:dk1>
      <a:lt1>
        <a:srgbClr val="ffffff"/>
      </a:lt1>
      <a:dk2>
        <a:srgbClr val="0a1128"/>
      </a:dk2>
      <a:lt2>
        <a:srgbClr val="e5ecf6"/>
      </a:lt2>
      <a:accent1>
        <a:srgbClr val="1282a2"/>
      </a:accent1>
      <a:accent2>
        <a:srgbClr val="fefcfb"/>
      </a:accent2>
      <a:accent3>
        <a:srgbClr val="00d1ff"/>
      </a:accent3>
      <a:accent4>
        <a:srgbClr val="ffb703"/>
      </a:accent4>
      <a:accent5>
        <a:srgbClr val="fb8500"/>
      </a:accent5>
      <a:accent6>
        <a:srgbClr val="8ecae6"/>
      </a:accent6>
      <a:hlink>
        <a:srgbClr val="8ecae6"/>
      </a:hlink>
      <a:folHlink>
        <a:srgbClr val="cdb4d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Gece Yarısı">
  <a:themeElements>
    <a:clrScheme name="Gece Yarısı">
      <a:dk1>
        <a:srgbClr val="0a1128"/>
      </a:dk1>
      <a:lt1>
        <a:srgbClr val="ffffff"/>
      </a:lt1>
      <a:dk2>
        <a:srgbClr val="0a1128"/>
      </a:dk2>
      <a:lt2>
        <a:srgbClr val="e5ecf6"/>
      </a:lt2>
      <a:accent1>
        <a:srgbClr val="1282a2"/>
      </a:accent1>
      <a:accent2>
        <a:srgbClr val="fefcfb"/>
      </a:accent2>
      <a:accent3>
        <a:srgbClr val="00d1ff"/>
      </a:accent3>
      <a:accent4>
        <a:srgbClr val="ffb703"/>
      </a:accent4>
      <a:accent5>
        <a:srgbClr val="fb8500"/>
      </a:accent5>
      <a:accent6>
        <a:srgbClr val="8ecae6"/>
      </a:accent6>
      <a:hlink>
        <a:srgbClr val="8ecae6"/>
      </a:hlink>
      <a:folHlink>
        <a:srgbClr val="cdb4d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2026-10-12T00:29:21Z</dcterms:created>
  <dc:creator/>
  <dc:description/>
  <dc:language>en-US</dc:language>
  <cp:lastModifiedBy/>
  <dcterms:modified xsi:type="dcterms:W3CDTF">2026-10-12T00:29:21Z</dcterms:modified>
  <cp:revision>0</cp:revision>
  <dc:subject/>
  <dc:title>Ürün Tanıtımı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Geniş ekran</vt:lpwstr>
  </property>
  <property fmtid="{D5CDD505-2E9C-101B-9397-08002B2CF9AE}" pid="3" name="Slides">
    <vt:r8>5</vt:r8>
  </property>
</Properties>
</file>