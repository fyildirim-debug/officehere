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Kullanıcı" initials="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presProps" Target="presProps.xml"/><Relationship Id="rId13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10-12T00:52:45.982000000" idx="1">
    <p:pos x="0" y="0"/>
    <p:text>İlk açıklama: başlık rengi koyulaşsın.</p:text>
  </p:cm>
  <p:cm authorId="0" dt="2026-10-12T00:52:47.846000000" idx="2">
    <p:pos x="0" y="0"/>
    <p:text>İkinci açıklama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45B7C9-560F-410B-AB09-0436A6799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5DA4B6-8493-4E24-97DD-CF2DFCC07A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E773D5-DCA7-4825-BEE8-6B061E52CC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BBC423-ED0A-4010-90F9-756785575C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AB1BE02-3A07-4278-B043-B56FD7859D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3D2AE11-917A-413D-978B-68EB8401B4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FD92E06-17AA-477B-ADE4-408B7CFEC2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02E728E-9A61-43D8-B8FC-442AFBD51B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581FB15-9145-47CE-988C-D0EBEC2BC4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C932D3-7C09-494A-9E4D-A42CCCE1025C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8A7828-EF0E-4F71-9F49-543E6CBF7DD3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B59693-FF60-460F-8B18-FF903AF166BF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1036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A16872-030A-47F7-8A89-6D417E6D8AAB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808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21036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21036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CF8217-4383-4D5F-98B8-0D9EA62B1340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6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7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8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529DD4-FA6E-450F-AF3F-8B18035D3CAF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19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0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1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7299A-1942-42CB-AA20-96814EA03401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32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2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3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4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791115-99B7-4D0D-9CE0-5138FD427EE6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tr-T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3200" spc="-1" strike="noStrike">
                <a:solidFill>
                  <a:schemeClr val="dk1"/>
                </a:solidFill>
                <a:latin typeface="Aptos"/>
              </a:rPr>
              <a:t>Resim eklemek için simgeye tıklayın</a:t>
            </a:r>
            <a:endParaRPr b="0" lang="tr-T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tr-T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5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6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27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CC8E79-0663-4E3A-941C-E37DA9B0E801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Açıklamalı Sunu</a:t>
            </a:r>
            <a:endParaRPr b="0" lang="tr-T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9143640" cy="165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Here">
  <a:themeElements>
    <a:clrScheme name="OfficeHer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Here">
      <a:majorFont>
        <a:latin typeface="Aptos Display" panose="020B0604020202020204" pitchFamily="0" charset="1"/>
        <a:ea typeface=""/>
        <a:cs typeface=""/>
      </a:majorFont>
      <a:minorFont>
        <a:latin typeface="Aptos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2026-10-12T00:52:44Z</dcterms:created>
  <dc:creator/>
  <dc:description/>
  <dc:language>en-US</dc:language>
  <cp:lastModifiedBy/>
  <dcterms:modified xsi:type="dcterms:W3CDTF">2026-10-12T00:52:49Z</dcterms:modified>
  <cp:revision>0</cp:revision>
  <dc:subject/>
  <dc:title>Sunu1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Geniş ekran</vt:lpwstr>
  </property>
  <property fmtid="{D5CDD505-2E9C-101B-9397-08002B2CF9AE}" pid="3" name="Slides">
    <vt:r8>1</vt:r8>
  </property>
</Properties>
</file>