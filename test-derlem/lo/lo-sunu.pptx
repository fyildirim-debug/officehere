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VisOnly val="0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4771A04-25E9-4703-BD41-D2ACB59E4F5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2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3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4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5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6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7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8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5A190F-A30E-49BA-8EE6-55C301CE77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FC366-AA8E-48EA-88C9-5116D45233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704810-08EA-4E3A-99A2-F910AB1085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C8B83B-60B3-4F84-8076-F044973706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7C27B91-2198-4DB3-9F1C-96B554BE69A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1: Kapak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Alt başlık — OfficeHere ölçüm derlemi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2: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d"/>
      </p:transition>
    </mc:Choice>
    <mc:Fallback>
      <p:transition spd="slow">
        <p:wipe dir="d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3: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40000" y="1440000"/>
            <a:ext cx="2160000" cy="1260000"/>
          </a:xfrm>
          <a:prstGeom prst="rect">
            <a:avLst/>
          </a:prstGeom>
          <a:solidFill>
            <a:srgbClr val="4472c4"/>
          </a:solidFill>
          <a:ln w="0">
            <a:solidFill>
              <a:srgbClr val="203864"/>
            </a:solidFill>
          </a:ln>
        </p:spPr>
        <p:txBody>
          <a:bodyPr lIns="90000" rIns="90000" tIns="45000" bIns="45000" anchor="ctr" anchorCtr="1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Dikdörtgen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240000" y="1440000"/>
            <a:ext cx="1800000" cy="1260000"/>
          </a:xfrm>
          <a:prstGeom prst="ellipse">
            <a:avLst/>
          </a:prstGeom>
          <a:solidFill>
            <a:srgbClr val="ed7d31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ctr" anchorCtr="1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Elips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580000" y="1440000"/>
            <a:ext cx="28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Serbest metin kutusu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40000" y="3420000"/>
            <a:ext cx="4320000" cy="720000"/>
          </a:xfrm>
          <a:prstGeom prst="line">
            <a:avLst/>
          </a:prstGeom>
          <a:ln w="28800">
            <a:solidFill>
              <a:srgbClr val="c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pull dir="r"/>
      </p:transition>
    </mc:Choice>
    <mc:Fallback>
      <p:transition spd="slow">
        <p:pull dir="r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4: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" name=""/>
          <p:cNvGraphicFramePr/>
          <p:nvPr/>
        </p:nvGraphicFramePr>
        <p:xfrm>
          <a:off x="540000" y="1440000"/>
          <a:ext cx="7200000" cy="2160000"/>
        </p:xfrm>
        <a:graphic>
          <a:graphicData uri="http://schemas.openxmlformats.org/drawingml/2006/table">
            <a:tbl>
              <a:tblPr/>
              <a:tblGrid>
                <a:gridCol w="7200000"/>
                <a:gridCol w="0"/>
                <a:gridCol w="0"/>
                <a:gridCol w="0"/>
              </a:tblGrid>
              <a:tr h="216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5: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720000" y="1440000"/>
            <a:ext cx="432000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split dir="in" orient="horz"/>
      </p:transition>
    </mc:Choice>
    <mc:Fallback>
      <p:transition spd="slow">
        <p:split dir="in" orient="horz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6: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7: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r"/>
      </p:transition>
    </mc:Choice>
    <mc:Fallback>
      <p:transition spd="slow">
        <p:wipe dir="r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8: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" name=""/>
          <p:cNvGrpSpPr/>
          <p:nvPr/>
        </p:nvGrpSpPr>
        <p:grpSpPr>
          <a:xfrm>
            <a:off x="720000" y="1800000"/>
            <a:ext cx="3240000" cy="1080000"/>
            <a:chOff x="720000" y="1800000"/>
            <a:chExt cx="3240000" cy="1080000"/>
          </a:xfrm>
        </p:grpSpPr>
        <p:sp>
          <p:nvSpPr>
            <p:cNvPr id="39" name=""/>
            <p:cNvSpPr/>
            <p:nvPr/>
          </p:nvSpPr>
          <p:spPr>
            <a:xfrm>
              <a:off x="720000" y="1800000"/>
              <a:ext cx="1440000" cy="1080000"/>
            </a:xfrm>
            <a:prstGeom prst="rect">
              <a:avLst/>
            </a:prstGeom>
            <a:solidFill>
              <a:srgbClr val="70ad47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ctr" anchorCtr="1">
              <a:noAutofit/>
            </a:bodyPr>
            <a:p>
              <a:r>
                <a:rPr b="0" lang="en-US" sz="1800" spc="-1" strike="noStrike">
                  <a:solidFill>
                    <a:srgbClr val="ffffff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2520000" y="1800000"/>
              <a:ext cx="1440000" cy="1080000"/>
            </a:xfrm>
            <a:prstGeom prst="ellipse">
              <a:avLst/>
            </a:prstGeom>
            <a:solidFill>
              <a:srgbClr val="ffc000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ctr" anchorCtr="1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41" name=""/>
          <p:cNvGraphicFramePr/>
          <p:nvPr/>
        </p:nvGraphicFramePr>
        <p:xfrm>
          <a:off x="4680000" y="1440000"/>
          <a:ext cx="360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>
        <p:push dir="d"/>
      </p:transition>
    </mc:Choice>
    <mc:Fallback>
      <p:transition spd="slow">
        <p:push dir="d"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2026-10-14T08:38:31Z</dcterms:modified>
  <cp:revision>1</cp:revision>
  <dc:subject/>
  <dc:title>Derlem lo-sunu</dc:title>
</cp:coreProperties>
</file>