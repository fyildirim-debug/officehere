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Satış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18.0</c:v>
                </c:pt>
                <c:pt idx="2">
                  <c:v>9.75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Hedef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Satış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18.0</c:v>
                </c:pt>
                <c:pt idx="2">
                  <c:v>9.75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Hedef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Satış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18.0</c:v>
                </c:pt>
                <c:pt idx="2">
                  <c:v>9.75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Hedef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1: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2: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3: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4: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5: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6: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7: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8: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9: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10: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11: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12: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python-pptx Derlem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Alt başlık ığüşöç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365760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4114800"/>
            <a:ext cx="2743200" cy="13716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Yuvarlak dikdörtgen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914400" y="4572000"/>
            <a:ext cx="1371600" cy="13716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8404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H22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H30</a:t>
                      </a:r>
                    </a:p>
                    <a:p>
                      <a:r>
                        <a:t>H31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pic>
        <p:nvPicPr>
          <p:cNvPr id="4" name="Picture 3" descr="f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004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365760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4114800"/>
            <a:ext cx="2743200" cy="13716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Yuvarlak dikdörtgen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914400" y="4572000"/>
            <a:ext cx="1371600" cy="13716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8404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H22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H30</a:t>
                      </a:r>
                    </a:p>
                    <a:p>
                      <a:r>
                        <a:t>H31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pic>
        <p:nvPicPr>
          <p:cNvPr id="4" name="Picture 3" descr="f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004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365760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4114800"/>
            <a:ext cx="2743200" cy="13716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Yuvarlak dikdörtgen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914400" y="4572000"/>
            <a:ext cx="1371600" cy="13716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8404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H22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H30</a:t>
                      </a:r>
                    </a:p>
                    <a:p>
                      <a:r>
                        <a:t>H31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İçerik slaytı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</a:t>
            </a:r>
          </a:p>
          <a:p>
            <a:pPr lvl="1"/>
            <a:r>
              <a:t>İç madde</a:t>
            </a:r>
          </a:p>
          <a:p>
            <a:r>
              <a:rPr b="1"/>
              <a:t>Kalın madde</a:t>
            </a:r>
          </a:p>
        </p:txBody>
      </p:sp>
      <p:pic>
        <p:nvPicPr>
          <p:cNvPr id="4" name="Picture 3" descr="f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004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